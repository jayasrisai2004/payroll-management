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DD4ED-79EA-29F9-AD28-257CDF06E282}" v="9" dt="2025-04-30T10:00:23.0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0FFBA-39D2-4A23-A0ED-F14FE97058DB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3D6C80-4825-41E8-8D34-944A56C622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658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3D6C80-4825-41E8-8D34-944A56C6226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46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952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32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423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642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493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071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39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7564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2763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48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120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8BD4556-02C7-43EA-B603-B13D90CEC22D}" type="datetimeFigureOut">
              <a:rPr lang="en-IN" smtClean="0"/>
              <a:t>30-04-2025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9D331EE-7AD2-4FC8-B2F8-AECC584BB3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5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0A9D-5100-60A4-EC6E-619FDBAD3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7096"/>
            <a:ext cx="9144000" cy="1461052"/>
          </a:xfrm>
        </p:spPr>
        <p:txBody>
          <a:bodyPr/>
          <a:lstStyle/>
          <a:p>
            <a:r>
              <a:rPr lang="en-IN" dirty="0"/>
              <a:t>Employee Payroll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658B54-4464-4D73-04AC-AA35D8D4C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7904"/>
            <a:ext cx="9144000" cy="1649896"/>
          </a:xfrm>
        </p:spPr>
        <p:txBody>
          <a:bodyPr>
            <a:normAutofit/>
          </a:bodyPr>
          <a:lstStyle/>
          <a:p>
            <a:pPr algn="r"/>
            <a:r>
              <a:rPr lang="en-IN" dirty="0"/>
              <a:t>N. Jayasri </a:t>
            </a:r>
            <a:r>
              <a:rPr lang="en-IN" dirty="0" err="1"/>
              <a:t>sri</a:t>
            </a:r>
            <a:r>
              <a:rPr lang="en-IN" dirty="0"/>
              <a:t>  - AP22110011319</a:t>
            </a:r>
          </a:p>
          <a:p>
            <a:pPr algn="r"/>
            <a:r>
              <a:rPr lang="en-IN" dirty="0"/>
              <a:t>V.N. </a:t>
            </a:r>
            <a:r>
              <a:rPr lang="en-IN" dirty="0" err="1"/>
              <a:t>Renusri</a:t>
            </a:r>
            <a:r>
              <a:rPr lang="en-IN" dirty="0"/>
              <a:t>  - AP22110011339</a:t>
            </a:r>
          </a:p>
          <a:p>
            <a:pPr algn="r"/>
            <a:r>
              <a:rPr lang="en-IN" dirty="0" err="1"/>
              <a:t>J.Maheswari</a:t>
            </a:r>
            <a:r>
              <a:rPr lang="en-IN" dirty="0"/>
              <a:t> - AP22110011348K</a:t>
            </a:r>
          </a:p>
          <a:p>
            <a:pPr algn="r"/>
            <a:r>
              <a:rPr lang="en-IN" dirty="0"/>
              <a:t>K.N Sahithi - AP22110011352</a:t>
            </a:r>
          </a:p>
          <a:p>
            <a:pPr algn="r"/>
            <a:r>
              <a:rPr lang="en-IN" dirty="0"/>
              <a:t>T. Samanvitha- AP22110011353</a:t>
            </a:r>
          </a:p>
        </p:txBody>
      </p:sp>
    </p:spTree>
    <p:extLst>
      <p:ext uri="{BB962C8B-B14F-4D97-AF65-F5344CB8AC3E}">
        <p14:creationId xmlns:p14="http://schemas.microsoft.com/office/powerpoint/2010/main" val="1597944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DA008-F2CC-9CF0-119A-E9E51305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8179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24A6F-F4EA-C286-AB9A-E3E085032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992"/>
            <a:ext cx="10515600" cy="5021884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In this app we replaces traditional spreadsheets or web portals with a mobile-first approach.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Designed to function fully without internet, ideal for remote or field-based use.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Supports two user roles: Administrator (full access) and Employee (read-only).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Returning users log in securely and are redirected based on their role: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Admins gain access to tools for creating, editing, and managing payroll records.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Employees are provided with a simple, read-only view of their personal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3792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1A2A6-7AF3-02E6-FCAF-5E941A29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FED10-2FE5-6567-7A5F-E0F88E5D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679713"/>
            <a:ext cx="10058400" cy="4355327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Follows a modular design with five main activities: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1.SplashActivity</a:t>
            </a:r>
            <a:endParaRPr lang="en-US" altLang="en-US" sz="2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2.LoginActivity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3.RegisterActivity</a:t>
            </a:r>
            <a:r>
              <a:rPr lang="en-US" altLang="en-US" sz="2600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4.MainActivity (for Admin)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   5.ViewSalaryActivity (for Employee)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Admins can add/edit/delete salary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Employees can view their personal salary slips only.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with intuitive navigation and clear role separation.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uses data base layer and UI layer as architecture.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7895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3F6E8-0445-D58A-65CD-5B40EA77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lang="en-IN" dirty="0"/>
              <a:t>Data Base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3051A14-047F-9891-2606-4CA14CE7E8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805949"/>
              </p:ext>
            </p:extLst>
          </p:nvPr>
        </p:nvGraphicFramePr>
        <p:xfrm>
          <a:off x="824948" y="1232452"/>
          <a:ext cx="10674627" cy="5232195"/>
        </p:xfrm>
        <a:graphic>
          <a:graphicData uri="http://schemas.openxmlformats.org/drawingml/2006/table">
            <a:tbl>
              <a:tblPr/>
              <a:tblGrid>
                <a:gridCol w="2145759">
                  <a:extLst>
                    <a:ext uri="{9D8B030D-6E8A-4147-A177-3AD203B41FA5}">
                      <a16:colId xmlns:a16="http://schemas.microsoft.com/office/drawing/2014/main" val="2942229008"/>
                    </a:ext>
                  </a:extLst>
                </a:gridCol>
                <a:gridCol w="2132217">
                  <a:extLst>
                    <a:ext uri="{9D8B030D-6E8A-4147-A177-3AD203B41FA5}">
                      <a16:colId xmlns:a16="http://schemas.microsoft.com/office/drawing/2014/main" val="3209915385"/>
                    </a:ext>
                  </a:extLst>
                </a:gridCol>
                <a:gridCol w="2132217">
                  <a:extLst>
                    <a:ext uri="{9D8B030D-6E8A-4147-A177-3AD203B41FA5}">
                      <a16:colId xmlns:a16="http://schemas.microsoft.com/office/drawing/2014/main" val="2615952098"/>
                    </a:ext>
                  </a:extLst>
                </a:gridCol>
                <a:gridCol w="2132217">
                  <a:extLst>
                    <a:ext uri="{9D8B030D-6E8A-4147-A177-3AD203B41FA5}">
                      <a16:colId xmlns:a16="http://schemas.microsoft.com/office/drawing/2014/main" val="356605147"/>
                    </a:ext>
                  </a:extLst>
                </a:gridCol>
                <a:gridCol w="2132217">
                  <a:extLst>
                    <a:ext uri="{9D8B030D-6E8A-4147-A177-3AD203B41FA5}">
                      <a16:colId xmlns:a16="http://schemas.microsoft.com/office/drawing/2014/main" val="3973915764"/>
                    </a:ext>
                  </a:extLst>
                </a:gridCol>
              </a:tblGrid>
              <a:tr h="408440">
                <a:tc>
                  <a:txBody>
                    <a:bodyPr/>
                    <a:lstStyle/>
                    <a:p>
                      <a:r>
                        <a:rPr lang="en-IN" sz="1400" b="1" dirty="0"/>
                        <a:t>Layer</a:t>
                      </a:r>
                      <a:endParaRPr lang="en-IN" sz="1400" dirty="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Purpose</a:t>
                      </a:r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Key Components</a:t>
                      </a:r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Technologies / Methods Used</a:t>
                      </a:r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/>
                        <a:t>Examples / Functions</a:t>
                      </a:r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072696"/>
                  </a:ext>
                </a:extLst>
              </a:tr>
              <a:tr h="758531">
                <a:tc>
                  <a:txBody>
                    <a:bodyPr/>
                    <a:lstStyle/>
                    <a:p>
                      <a:r>
                        <a:rPr lang="en-IN" sz="1400" b="1" dirty="0"/>
                        <a:t>Database Layer</a:t>
                      </a:r>
                      <a:endParaRPr lang="en-IN" sz="1400" dirty="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Store and manage employee and user data securely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DatabaseHelper, DBUserHelper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SQLite, Parameterized SQL Queries, Transactions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insertEmployee(), updateEmployee(), insertUser(), checkUser()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301482"/>
                  </a:ext>
                </a:extLst>
              </a:tr>
              <a:tr h="933576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Separate logic for payroll and user authentication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Separate tables for employees, users, payroll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Entity-Attribute-Value schema for extensibility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Allows adding new payroll components without schema redesign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797609"/>
                  </a:ext>
                </a:extLst>
              </a:tr>
              <a:tr h="758531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Ensure data integrity and validation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Schema constraints, validation during insert/update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Transaction management, data type checks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Prevents partial updates or corrupt records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203994"/>
                  </a:ext>
                </a:extLst>
              </a:tr>
              <a:tr h="758531">
                <a:tc>
                  <a:txBody>
                    <a:bodyPr/>
                    <a:lstStyle/>
                    <a:p>
                      <a:r>
                        <a:rPr lang="en-IN" sz="1400" b="1"/>
                        <a:t>UI Layer</a:t>
                      </a:r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Provide interactive user interface and experience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Java Activities, XML Layouts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Android SDK, ConstraintLayout, Material Design Guidelines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LoginActivity, RegisterActivity, MainActivity, ViewSalaryActivity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035418"/>
                  </a:ext>
                </a:extLst>
              </a:tr>
              <a:tr h="758531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Handle user input and display feedback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Forms, inline error messaging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EditText</a:t>
                      </a:r>
                      <a:r>
                        <a:rPr lang="en-IN" sz="1400" dirty="0"/>
                        <a:t>, Toasts, </a:t>
                      </a:r>
                      <a:r>
                        <a:rPr lang="en-IN" sz="1400" dirty="0" err="1"/>
                        <a:t>TextInputLayout</a:t>
                      </a:r>
                      <a:endParaRPr lang="en-IN" sz="1400" dirty="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Real-time validation for email, password, salary fields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286981"/>
                  </a:ext>
                </a:extLst>
              </a:tr>
              <a:tr h="583485">
                <a:tc>
                  <a:txBody>
                    <a:bodyPr/>
                    <a:lstStyle/>
                    <a:p>
                      <a:endParaRPr lang="en-IN" sz="1400"/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Ensure visual consistency and responsiveness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Shared styles, adaptive layouts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Dimension resources, themes, colors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Works well on phones and tablets</a:t>
                      </a:r>
                    </a:p>
                  </a:txBody>
                  <a:tcPr marL="34263" marR="34263" marT="17131" marB="17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053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358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F5901-A476-B275-62CD-FE4FF715B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987423"/>
          </a:xfrm>
        </p:spPr>
        <p:txBody>
          <a:bodyPr/>
          <a:lstStyle/>
          <a:p>
            <a:r>
              <a:rPr lang="en-IN" dirty="0"/>
              <a:t>Challenges and Solutions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AFA39B-77D9-906A-63BA-DC709E368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800" y="2222421"/>
            <a:ext cx="1015447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Ensuring secure login was critical - we solved this using Parameterized</a:t>
            </a:r>
            <a:r>
              <a:rPr lang="en-US" altLang="en-US" sz="2600" dirty="0">
                <a:latin typeface="Arial"/>
                <a:cs typeface="Arial"/>
              </a:rPr>
              <a:t>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queries to prevent SQL injection and misused credentials.</a:t>
            </a:r>
            <a:endParaRPr lang="en-US" altLang="en-US" sz="2600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Role-based access control required precise navigation logic —</a:t>
            </a:r>
            <a:endParaRPr lang="en-US" altLang="en-US" sz="260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we directed users to specific dashboards (Admin or Employee)</a:t>
            </a:r>
            <a:endParaRPr lang="en-US" altLang="en-US" sz="260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based on their stored role.</a:t>
            </a:r>
            <a:endParaRPr lang="en-US" altLang="en-US" sz="260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Our initial fixed payroll schema was inflexible - we refactored </a:t>
            </a:r>
            <a:endParaRPr lang="en-US" altLang="en-US" sz="260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it into an Entity-Attribute-Value model for better scalability.</a:t>
            </a:r>
            <a:endParaRPr lang="en-US" altLang="en-US" sz="260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Handling UI consistency across devices - was tough </a:t>
            </a:r>
            <a:endParaRPr lang="en-US" altLang="en-US" sz="2600" i="0" u="none" strike="noStrike" cap="none" normalizeH="0" baseline="0" dirty="0">
              <a:ln>
                <a:noFill/>
              </a:ln>
              <a:effectLst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9216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B2A1-DBC2-EFA4-8459-BBB8DA016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6A25-8725-8753-52C0-1382232D1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0261"/>
            <a:ext cx="7053470" cy="4586702"/>
          </a:xfrm>
        </p:spPr>
        <p:txBody>
          <a:bodyPr/>
          <a:lstStyle/>
          <a:p>
            <a:pPr>
              <a:buNone/>
            </a:pPr>
            <a:r>
              <a:rPr lang="en-US" dirty="0"/>
              <a:t>The Employee Payroll System project successfully delivers a robust, role-based payroll management application tailored for Android devices. The application reflects scalability and foresight, with clear provisions for future enhancements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Password encryption and secure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 synchronization using Firebase or backend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Advanced reporting and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Cross-platform integration</a:t>
            </a:r>
          </a:p>
          <a:p>
            <a:pPr marL="0" indent="0">
              <a:buNone/>
            </a:pPr>
            <a:r>
              <a:rPr lang="en-IN" dirty="0"/>
              <a:t>                                                                                       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43BD8E-1A26-C622-B5EF-A0F0FFEBC6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1114" y="365126"/>
            <a:ext cx="3126797" cy="6234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57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2F2E9-A854-B0F3-37A8-CA8ECCEFF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67318"/>
          </a:xfrm>
        </p:spPr>
        <p:txBody>
          <a:bodyPr/>
          <a:lstStyle/>
          <a:p>
            <a:r>
              <a:rPr lang="en-IN" dirty="0"/>
              <a:t>                                       THANK YOU </a:t>
            </a:r>
          </a:p>
        </p:txBody>
      </p:sp>
    </p:spTree>
    <p:extLst>
      <p:ext uri="{BB962C8B-B14F-4D97-AF65-F5344CB8AC3E}">
        <p14:creationId xmlns:p14="http://schemas.microsoft.com/office/powerpoint/2010/main" val="4666877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245</TotalTime>
  <Words>497</Words>
  <Application>Microsoft Office PowerPoint</Application>
  <PresentationFormat>Widescreen</PresentationFormat>
  <Paragraphs>74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Savon</vt:lpstr>
      <vt:lpstr>Employee Payroll System</vt:lpstr>
      <vt:lpstr>INTRODUCTION</vt:lpstr>
      <vt:lpstr>OVERVIEW</vt:lpstr>
      <vt:lpstr>Data Base</vt:lpstr>
      <vt:lpstr>Challenges and Solutions</vt:lpstr>
      <vt:lpstr>Conclusion</vt:lpstr>
      <vt:lpstr>                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kattepogu mini</dc:creator>
  <cp:lastModifiedBy>kattepogu mini</cp:lastModifiedBy>
  <cp:revision>9</cp:revision>
  <dcterms:created xsi:type="dcterms:W3CDTF">2025-04-30T05:48:16Z</dcterms:created>
  <dcterms:modified xsi:type="dcterms:W3CDTF">2025-04-30T10:00:32Z</dcterms:modified>
</cp:coreProperties>
</file>